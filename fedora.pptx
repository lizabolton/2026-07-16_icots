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</p:sldIdLst>
  <p:sldSz cx="3600450" cy="25193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>
      <p:cViewPr>
        <p:scale>
          <a:sx n="228" d="100"/>
          <a:sy n="228" d="100"/>
        </p:scale>
        <p:origin x="1240" y="9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34" y="412312"/>
            <a:ext cx="3060383" cy="877112"/>
          </a:xfrm>
        </p:spPr>
        <p:txBody>
          <a:bodyPr anchor="b"/>
          <a:lstStyle>
            <a:lvl1pPr algn="ctr">
              <a:defRPr sz="220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1323249"/>
            <a:ext cx="2700338" cy="608263"/>
          </a:xfrm>
        </p:spPr>
        <p:txBody>
          <a:bodyPr/>
          <a:lstStyle>
            <a:lvl1pPr marL="0" indent="0" algn="ctr">
              <a:buNone/>
              <a:defRPr sz="882"/>
            </a:lvl1pPr>
            <a:lvl2pPr marL="167975" indent="0" algn="ctr">
              <a:buNone/>
              <a:defRPr sz="735"/>
            </a:lvl2pPr>
            <a:lvl3pPr marL="335951" indent="0" algn="ctr">
              <a:buNone/>
              <a:defRPr sz="661"/>
            </a:lvl3pPr>
            <a:lvl4pPr marL="503926" indent="0" algn="ctr">
              <a:buNone/>
              <a:defRPr sz="588"/>
            </a:lvl4pPr>
            <a:lvl5pPr marL="671901" indent="0" algn="ctr">
              <a:buNone/>
              <a:defRPr sz="588"/>
            </a:lvl5pPr>
            <a:lvl6pPr marL="839876" indent="0" algn="ctr">
              <a:buNone/>
              <a:defRPr sz="588"/>
            </a:lvl6pPr>
            <a:lvl7pPr marL="1007852" indent="0" algn="ctr">
              <a:buNone/>
              <a:defRPr sz="588"/>
            </a:lvl7pPr>
            <a:lvl8pPr marL="1175827" indent="0" algn="ctr">
              <a:buNone/>
              <a:defRPr sz="588"/>
            </a:lvl8pPr>
            <a:lvl9pPr marL="1343802" indent="0" algn="ctr">
              <a:buNone/>
              <a:defRPr sz="588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BA03-434E-734D-9ECC-155ED196E3B1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4A43F-FCDC-3746-8914-9E3D72682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599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BA03-434E-734D-9ECC-155ED196E3B1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4A43F-FCDC-3746-8914-9E3D72682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402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6" y="628092"/>
            <a:ext cx="3105388" cy="1047985"/>
          </a:xfrm>
        </p:spPr>
        <p:txBody>
          <a:bodyPr anchor="b"/>
          <a:lstStyle>
            <a:lvl1pPr>
              <a:defRPr sz="220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6" y="1685991"/>
            <a:ext cx="3105388" cy="551110"/>
          </a:xfrm>
        </p:spPr>
        <p:txBody>
          <a:bodyPr/>
          <a:lstStyle>
            <a:lvl1pPr marL="0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1pPr>
            <a:lvl2pPr marL="167975" indent="0">
              <a:buNone/>
              <a:defRPr sz="735">
                <a:solidFill>
                  <a:schemeClr val="tx1">
                    <a:tint val="82000"/>
                  </a:schemeClr>
                </a:solidFill>
              </a:defRPr>
            </a:lvl2pPr>
            <a:lvl3pPr marL="335951" indent="0">
              <a:buNone/>
              <a:defRPr sz="661">
                <a:solidFill>
                  <a:schemeClr val="tx1">
                    <a:tint val="82000"/>
                  </a:schemeClr>
                </a:solidFill>
              </a:defRPr>
            </a:lvl3pPr>
            <a:lvl4pPr marL="503926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4pPr>
            <a:lvl5pPr marL="671901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5pPr>
            <a:lvl6pPr marL="839876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6pPr>
            <a:lvl7pPr marL="1007852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7pPr>
            <a:lvl8pPr marL="1175827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8pPr>
            <a:lvl9pPr marL="1343802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BA03-434E-734D-9ECC-155ED196E3B1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4A43F-FCDC-3746-8914-9E3D72682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114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1" y="670664"/>
            <a:ext cx="1530191" cy="15985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8" y="670664"/>
            <a:ext cx="1530191" cy="15985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BA03-434E-734D-9ECC-155ED196E3B1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4A43F-FCDC-3746-8914-9E3D72682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651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34133"/>
            <a:ext cx="3105388" cy="48696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0" y="617594"/>
            <a:ext cx="1523159" cy="302673"/>
          </a:xfrm>
        </p:spPr>
        <p:txBody>
          <a:bodyPr anchor="b"/>
          <a:lstStyle>
            <a:lvl1pPr marL="0" indent="0">
              <a:buNone/>
              <a:defRPr sz="882" b="1"/>
            </a:lvl1pPr>
            <a:lvl2pPr marL="167975" indent="0">
              <a:buNone/>
              <a:defRPr sz="735" b="1"/>
            </a:lvl2pPr>
            <a:lvl3pPr marL="335951" indent="0">
              <a:buNone/>
              <a:defRPr sz="661" b="1"/>
            </a:lvl3pPr>
            <a:lvl4pPr marL="503926" indent="0">
              <a:buNone/>
              <a:defRPr sz="588" b="1"/>
            </a:lvl4pPr>
            <a:lvl5pPr marL="671901" indent="0">
              <a:buNone/>
              <a:defRPr sz="588" b="1"/>
            </a:lvl5pPr>
            <a:lvl6pPr marL="839876" indent="0">
              <a:buNone/>
              <a:defRPr sz="588" b="1"/>
            </a:lvl6pPr>
            <a:lvl7pPr marL="1007852" indent="0">
              <a:buNone/>
              <a:defRPr sz="588" b="1"/>
            </a:lvl7pPr>
            <a:lvl8pPr marL="1175827" indent="0">
              <a:buNone/>
              <a:defRPr sz="588" b="1"/>
            </a:lvl8pPr>
            <a:lvl9pPr marL="1343802" indent="0">
              <a:buNone/>
              <a:defRPr sz="588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0" y="920267"/>
            <a:ext cx="1523159" cy="13535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617594"/>
            <a:ext cx="1530660" cy="302673"/>
          </a:xfrm>
        </p:spPr>
        <p:txBody>
          <a:bodyPr anchor="b"/>
          <a:lstStyle>
            <a:lvl1pPr marL="0" indent="0">
              <a:buNone/>
              <a:defRPr sz="882" b="1"/>
            </a:lvl1pPr>
            <a:lvl2pPr marL="167975" indent="0">
              <a:buNone/>
              <a:defRPr sz="735" b="1"/>
            </a:lvl2pPr>
            <a:lvl3pPr marL="335951" indent="0">
              <a:buNone/>
              <a:defRPr sz="661" b="1"/>
            </a:lvl3pPr>
            <a:lvl4pPr marL="503926" indent="0">
              <a:buNone/>
              <a:defRPr sz="588" b="1"/>
            </a:lvl4pPr>
            <a:lvl5pPr marL="671901" indent="0">
              <a:buNone/>
              <a:defRPr sz="588" b="1"/>
            </a:lvl5pPr>
            <a:lvl6pPr marL="839876" indent="0">
              <a:buNone/>
              <a:defRPr sz="588" b="1"/>
            </a:lvl6pPr>
            <a:lvl7pPr marL="1007852" indent="0">
              <a:buNone/>
              <a:defRPr sz="588" b="1"/>
            </a:lvl7pPr>
            <a:lvl8pPr marL="1175827" indent="0">
              <a:buNone/>
              <a:defRPr sz="588" b="1"/>
            </a:lvl8pPr>
            <a:lvl9pPr marL="1343802" indent="0">
              <a:buNone/>
              <a:defRPr sz="588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920267"/>
            <a:ext cx="1530660" cy="13535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BA03-434E-734D-9ECC-155ED196E3B1}" type="datetimeFigureOut">
              <a:rPr lang="en-US" smtClean="0"/>
              <a:t>7/15/26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4A43F-FCDC-3746-8914-9E3D72682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886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BA03-434E-734D-9ECC-155ED196E3B1}" type="datetimeFigureOut">
              <a:rPr lang="en-US" smtClean="0"/>
              <a:t>7/15/26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4A43F-FCDC-3746-8914-9E3D72682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44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BA03-434E-734D-9ECC-155ED196E3B1}" type="datetimeFigureOut">
              <a:rPr lang="en-US" smtClean="0"/>
              <a:t>7/15/26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4A43F-FCDC-3746-8914-9E3D72682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446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67958"/>
            <a:ext cx="1161239" cy="587851"/>
          </a:xfrm>
        </p:spPr>
        <p:txBody>
          <a:bodyPr anchor="b"/>
          <a:lstStyle>
            <a:lvl1pPr>
              <a:defRPr sz="117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0" y="362742"/>
            <a:ext cx="1822728" cy="1790381"/>
          </a:xfrm>
        </p:spPr>
        <p:txBody>
          <a:bodyPr/>
          <a:lstStyle>
            <a:lvl1pPr>
              <a:defRPr sz="1176"/>
            </a:lvl1pPr>
            <a:lvl2pPr>
              <a:defRPr sz="1029"/>
            </a:lvl2pPr>
            <a:lvl3pPr>
              <a:defRPr sz="882"/>
            </a:lvl3pPr>
            <a:lvl4pPr>
              <a:defRPr sz="735"/>
            </a:lvl4pPr>
            <a:lvl5pPr>
              <a:defRPr sz="735"/>
            </a:lvl5pPr>
            <a:lvl6pPr>
              <a:defRPr sz="735"/>
            </a:lvl6pPr>
            <a:lvl7pPr>
              <a:defRPr sz="735"/>
            </a:lvl7pPr>
            <a:lvl8pPr>
              <a:defRPr sz="735"/>
            </a:lvl8pPr>
            <a:lvl9pPr>
              <a:defRPr sz="73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755809"/>
            <a:ext cx="1161239" cy="1400229"/>
          </a:xfrm>
        </p:spPr>
        <p:txBody>
          <a:bodyPr/>
          <a:lstStyle>
            <a:lvl1pPr marL="0" indent="0">
              <a:buNone/>
              <a:defRPr sz="588"/>
            </a:lvl1pPr>
            <a:lvl2pPr marL="167975" indent="0">
              <a:buNone/>
              <a:defRPr sz="514"/>
            </a:lvl2pPr>
            <a:lvl3pPr marL="335951" indent="0">
              <a:buNone/>
              <a:defRPr sz="441"/>
            </a:lvl3pPr>
            <a:lvl4pPr marL="503926" indent="0">
              <a:buNone/>
              <a:defRPr sz="367"/>
            </a:lvl4pPr>
            <a:lvl5pPr marL="671901" indent="0">
              <a:buNone/>
              <a:defRPr sz="367"/>
            </a:lvl5pPr>
            <a:lvl6pPr marL="839876" indent="0">
              <a:buNone/>
              <a:defRPr sz="367"/>
            </a:lvl6pPr>
            <a:lvl7pPr marL="1007852" indent="0">
              <a:buNone/>
              <a:defRPr sz="367"/>
            </a:lvl7pPr>
            <a:lvl8pPr marL="1175827" indent="0">
              <a:buNone/>
              <a:defRPr sz="367"/>
            </a:lvl8pPr>
            <a:lvl9pPr marL="1343802" indent="0">
              <a:buNone/>
              <a:defRPr sz="36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BA03-434E-734D-9ECC-155ED196E3B1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4A43F-FCDC-3746-8914-9E3D72682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305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67958"/>
            <a:ext cx="1161239" cy="587851"/>
          </a:xfrm>
        </p:spPr>
        <p:txBody>
          <a:bodyPr anchor="b"/>
          <a:lstStyle>
            <a:lvl1pPr>
              <a:defRPr sz="117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0" y="362742"/>
            <a:ext cx="1822728" cy="1790381"/>
          </a:xfrm>
        </p:spPr>
        <p:txBody>
          <a:bodyPr anchor="t"/>
          <a:lstStyle>
            <a:lvl1pPr marL="0" indent="0">
              <a:buNone/>
              <a:defRPr sz="1176"/>
            </a:lvl1pPr>
            <a:lvl2pPr marL="167975" indent="0">
              <a:buNone/>
              <a:defRPr sz="1029"/>
            </a:lvl2pPr>
            <a:lvl3pPr marL="335951" indent="0">
              <a:buNone/>
              <a:defRPr sz="882"/>
            </a:lvl3pPr>
            <a:lvl4pPr marL="503926" indent="0">
              <a:buNone/>
              <a:defRPr sz="735"/>
            </a:lvl4pPr>
            <a:lvl5pPr marL="671901" indent="0">
              <a:buNone/>
              <a:defRPr sz="735"/>
            </a:lvl5pPr>
            <a:lvl6pPr marL="839876" indent="0">
              <a:buNone/>
              <a:defRPr sz="735"/>
            </a:lvl6pPr>
            <a:lvl7pPr marL="1007852" indent="0">
              <a:buNone/>
              <a:defRPr sz="735"/>
            </a:lvl7pPr>
            <a:lvl8pPr marL="1175827" indent="0">
              <a:buNone/>
              <a:defRPr sz="735"/>
            </a:lvl8pPr>
            <a:lvl9pPr marL="1343802" indent="0">
              <a:buNone/>
              <a:defRPr sz="73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755809"/>
            <a:ext cx="1161239" cy="1400229"/>
          </a:xfrm>
        </p:spPr>
        <p:txBody>
          <a:bodyPr/>
          <a:lstStyle>
            <a:lvl1pPr marL="0" indent="0">
              <a:buNone/>
              <a:defRPr sz="588"/>
            </a:lvl1pPr>
            <a:lvl2pPr marL="167975" indent="0">
              <a:buNone/>
              <a:defRPr sz="514"/>
            </a:lvl2pPr>
            <a:lvl3pPr marL="335951" indent="0">
              <a:buNone/>
              <a:defRPr sz="441"/>
            </a:lvl3pPr>
            <a:lvl4pPr marL="503926" indent="0">
              <a:buNone/>
              <a:defRPr sz="367"/>
            </a:lvl4pPr>
            <a:lvl5pPr marL="671901" indent="0">
              <a:buNone/>
              <a:defRPr sz="367"/>
            </a:lvl5pPr>
            <a:lvl6pPr marL="839876" indent="0">
              <a:buNone/>
              <a:defRPr sz="367"/>
            </a:lvl6pPr>
            <a:lvl7pPr marL="1007852" indent="0">
              <a:buNone/>
              <a:defRPr sz="367"/>
            </a:lvl7pPr>
            <a:lvl8pPr marL="1175827" indent="0">
              <a:buNone/>
              <a:defRPr sz="367"/>
            </a:lvl8pPr>
            <a:lvl9pPr marL="1343802" indent="0">
              <a:buNone/>
              <a:defRPr sz="36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BA03-434E-734D-9ECC-155ED196E3B1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4A43F-FCDC-3746-8914-9E3D72682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907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BA03-434E-734D-9ECC-155ED196E3B1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4A43F-FCDC-3746-8914-9E3D72682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487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2" y="134133"/>
            <a:ext cx="776347" cy="21350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1" y="134133"/>
            <a:ext cx="2284035" cy="21350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BA03-434E-734D-9ECC-155ED196E3B1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4A43F-FCDC-3746-8914-9E3D72682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640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134133"/>
            <a:ext cx="3105388" cy="486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670664"/>
            <a:ext cx="3105388" cy="1598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2335077"/>
            <a:ext cx="810101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9BBA03-434E-734D-9ECC-155ED196E3B1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2335077"/>
            <a:ext cx="1215152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2335077"/>
            <a:ext cx="810101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74A43F-FCDC-3746-8914-9E3D72682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005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35951" rtl="0" eaLnBrk="1" latinLnBrk="0" hangingPunct="1">
        <a:lnSpc>
          <a:spcPct val="90000"/>
        </a:lnSpc>
        <a:spcBef>
          <a:spcPct val="0"/>
        </a:spcBef>
        <a:buNone/>
        <a:defRPr sz="16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3988" indent="-83988" algn="l" defTabSz="335951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029" kern="1200">
          <a:solidFill>
            <a:schemeClr val="tx1"/>
          </a:solidFill>
          <a:latin typeface="+mn-lt"/>
          <a:ea typeface="+mn-ea"/>
          <a:cs typeface="+mn-cs"/>
        </a:defRPr>
      </a:lvl1pPr>
      <a:lvl2pPr marL="251963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882" kern="1200">
          <a:solidFill>
            <a:schemeClr val="tx1"/>
          </a:solidFill>
          <a:latin typeface="+mn-lt"/>
          <a:ea typeface="+mn-ea"/>
          <a:cs typeface="+mn-cs"/>
        </a:defRPr>
      </a:lvl2pPr>
      <a:lvl3pPr marL="419938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3pPr>
      <a:lvl4pPr marL="587913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4pPr>
      <a:lvl5pPr marL="755889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5pPr>
      <a:lvl6pPr marL="923864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6pPr>
      <a:lvl7pPr marL="1091839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7pPr>
      <a:lvl8pPr marL="1259815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8pPr>
      <a:lvl9pPr marL="1427790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1pPr>
      <a:lvl2pPr marL="167975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2pPr>
      <a:lvl3pPr marL="335951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3pPr>
      <a:lvl4pPr marL="503926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4pPr>
      <a:lvl5pPr marL="671901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5pPr>
      <a:lvl6pPr marL="839876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6pPr>
      <a:lvl7pPr marL="1007852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7pPr>
      <a:lvl8pPr marL="1175827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8pPr>
      <a:lvl9pPr marL="1343802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117ADFD-385A-ED33-50FE-FAF8BBB5BC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78" t="10698" r="8036" b="24340"/>
          <a:stretch>
            <a:fillRect/>
          </a:stretch>
        </p:blipFill>
        <p:spPr>
          <a:xfrm rot="974624">
            <a:off x="115214" y="-40539"/>
            <a:ext cx="3370021" cy="260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556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55F08-6059-1528-F77A-BCDEDAADE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59D95EC-0674-76AD-930E-78F5BC44AA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78" t="10698" r="8036" b="24340"/>
          <a:stretch>
            <a:fillRect/>
          </a:stretch>
        </p:blipFill>
        <p:spPr>
          <a:xfrm>
            <a:off x="115214" y="-40539"/>
            <a:ext cx="3370021" cy="260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838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2FB25-FF81-ED53-21F7-31A2FC607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9E16A5B-033D-E30F-BF5A-F46398B6C3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78" t="10698" r="8036" b="24340"/>
          <a:stretch>
            <a:fillRect/>
          </a:stretch>
        </p:blipFill>
        <p:spPr>
          <a:xfrm rot="20948178">
            <a:off x="115214" y="-40539"/>
            <a:ext cx="3370021" cy="260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370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05DD8-EC38-26C9-07BC-E7416BDD2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5F7F446-15B6-FB75-3ABD-1E41AF23EC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78" t="10698" r="8036" b="24340"/>
          <a:stretch>
            <a:fillRect/>
          </a:stretch>
        </p:blipFill>
        <p:spPr>
          <a:xfrm>
            <a:off x="115214" y="-40539"/>
            <a:ext cx="3370021" cy="260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792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75eb9d1-7479-4f8a-9240-cc5b19dbbc64}" enabled="1" method="Standard" siteId="{d1b36e95-0d50-42e9-958f-b63fa906bea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41</TotalTime>
  <Words>0</Words>
  <Application>Microsoft Macintosh PowerPoint</Application>
  <PresentationFormat>Custom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Liza Bolton</dc:creator>
  <cp:lastModifiedBy>Liza Bolton</cp:lastModifiedBy>
  <cp:revision>1</cp:revision>
  <dcterms:created xsi:type="dcterms:W3CDTF">2026-07-15T10:00:36Z</dcterms:created>
  <dcterms:modified xsi:type="dcterms:W3CDTF">2026-07-15T10:42:05Z</dcterms:modified>
</cp:coreProperties>
</file>