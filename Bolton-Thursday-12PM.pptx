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482B-0497-281F-A6FB-BECF55D54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2282E-0B56-0A87-123B-2528331D0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2F749-3366-9D51-3588-F368AA6B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0D3FF-E202-D255-E8BA-9A85A486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6A518-04A5-4E6C-EBFF-5030F12D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5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BBDB-EC78-A615-A64F-120FD88A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12D9-ACA9-A2C6-2C8A-22E3E16E2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C991-289B-7EC5-CAF2-458002D2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C821E-D33A-352B-DE6C-1BDBBC1B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082C6-FA88-63CF-CBCF-053386DB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58B4-25F9-DDDB-F0E8-1C2E7FDB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DA850-8D1B-EEE4-2249-2C68E0016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6AF1F-F00B-9EEC-D88C-DA3BD1810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0E8FF-5D6C-179A-4194-F6EE3132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0DEF8-7EDA-4972-D567-256E0C01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1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6279-59AB-649E-0E4C-D40DC478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F61A-E31E-9BBD-1E40-741E1EE9A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7655B-291F-C994-5F45-ADE08B7E9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45C03-25DA-10E1-2828-5DDAEACC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6B0B2-91BE-F594-D1BF-9D6D0087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DB282-32A0-ECA3-36F2-BBBDDAD9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8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7E124-6174-CBFB-47DD-CCAD36DF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CED15-F7F8-F846-B6AE-414DE0FDB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15AB7-FC0D-1E8F-7412-B816FF7FC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B2F41-53B7-0D2C-B8D3-076DBCA6A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4E57B-8AED-F409-9550-736228B9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288B1-47D4-6595-8D6D-618935823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C1F02-6607-34F8-220A-D781F7D6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2BF65-7173-1158-5B46-AB7F6751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2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5550-05A0-2281-15F3-92147403D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CB9E0-8BDA-007D-F3F4-8F9ECF8C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17C8C-2169-BDA1-04B3-1CACE6BC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F25C3-A134-57DA-E55E-38421871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59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85788-7E14-D81D-6FF8-2968D37A9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435B8-BB6F-A134-08ED-741BA826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4986D-B9C6-8D3E-6CD3-0F84E4F8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9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E8F8-A69F-2EC4-2D15-D2A5800D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AFCB-9E4D-BA85-66C4-BB4C09A3D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C5759-7BFC-5525-F4DD-2D6FFE395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EEE64-482C-2B27-6521-A3C45F0F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FCB89-05F9-1421-BE0A-A54EE22B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D3C4F-92A7-A960-198E-EF4914F8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96EE-BCEA-6DFD-C8E5-6284457B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CDEA3A-711B-E474-5BDD-EF826163A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827D0-EBC6-31C1-26FE-045D783BF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29D0-234B-63C1-A320-52BB26F4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2B78E-E1C6-4793-E0F7-41C99EB3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CD1D9-EA47-3CB1-0DDB-967DFF91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0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790E-8D4D-A47A-9885-275FD510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7721D-79E6-D897-3B06-65B668DCE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BD6F3-DF59-F180-1A93-FE487D89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D6123-7F8D-DFA4-D858-2BDBCC0A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41D3D-AA75-40BD-847B-DB177026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8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4B656-C71D-5B1F-33F3-16AA6BA2A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46BE2-460D-ECB6-6A6E-982F52CFC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7CD69-5814-1E3F-D9CB-9A1F8591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61EC5-D2CF-88F2-5389-D5C22908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FC4E6-25AB-A5BB-CBC7-9CE7389F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8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A4FF7-9C94-67C4-BC79-A0753429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BC791-5A7D-41B5-8165-CB04DD189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98E04-E811-80BE-E732-A5D31189E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806E2-7793-EB43-9D47-4A710129FE1C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5D4CE-2353-3A6B-F653-934FC2AF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2797-5917-67FF-262C-90F6CD90E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13ABB-7285-1C4E-9BDB-BFAB10AE8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Link.lizabolton.nz" TargetMode="External"/><Relationship Id="rId2" Type="http://schemas.openxmlformats.org/officeDocument/2006/relationships/hyperlink" Target="https://lizabolton.github.io/2026-07-16_ICOT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F7568-74B0-C1AF-83CB-9441DA041B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E2FA5-AC9A-D39D-FF66-0A95C7F77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3C10F-006A-7CDE-0F31-B2F25F92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894"/>
            <a:ext cx="12192000" cy="6919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581ADC-A7AB-FAC3-9A09-5B442A0DF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400" y="6635750"/>
            <a:ext cx="7366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48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68DF-035E-9581-F516-882544CB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 presentation uses HTML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8D1C7-D89B-5E32-A77D-C8840F584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Windows + P to select to duplicate the screen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https://lizabolton.github.io/2026-07-16_ICOTS/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link.lizabolton.nz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60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31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This presentation uses HTML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Liza Bolton</dc:creator>
  <cp:lastModifiedBy>Liza Bolton</cp:lastModifiedBy>
  <cp:revision>1</cp:revision>
  <dcterms:created xsi:type="dcterms:W3CDTF">2026-07-14T22:51:49Z</dcterms:created>
  <dcterms:modified xsi:type="dcterms:W3CDTF">2026-07-15T01:35:08Z</dcterms:modified>
</cp:coreProperties>
</file>